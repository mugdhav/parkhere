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1" r:id="rId4"/>
    <p:sldId id="258" r:id="rId5"/>
    <p:sldId id="262" r:id="rId6"/>
    <p:sldId id="259" r:id="rId7"/>
    <p:sldId id="264" r:id="rId8"/>
    <p:sldId id="263" r:id="rId9"/>
    <p:sldId id="260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40" autoAdjust="0"/>
  </p:normalViewPr>
  <p:slideViewPr>
    <p:cSldViewPr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F8AB4B-B980-42C0-AC65-C45E466788F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2D0317-18A0-434D-B2F1-EF0078D89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984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0981-8F6A-4EF0-A95B-7F68D4C4712A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1A859-4BBF-4301-BD0A-EDAA4F29C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888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0981-8F6A-4EF0-A95B-7F68D4C4712A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1A859-4BBF-4301-BD0A-EDAA4F29C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251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0981-8F6A-4EF0-A95B-7F68D4C4712A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1A859-4BBF-4301-BD0A-EDAA4F29C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52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0981-8F6A-4EF0-A95B-7F68D4C4712A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1A859-4BBF-4301-BD0A-EDAA4F29C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049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0981-8F6A-4EF0-A95B-7F68D4C4712A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1A859-4BBF-4301-BD0A-EDAA4F29C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029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0981-8F6A-4EF0-A95B-7F68D4C4712A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1A859-4BBF-4301-BD0A-EDAA4F29C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11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0981-8F6A-4EF0-A95B-7F68D4C4712A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1A859-4BBF-4301-BD0A-EDAA4F29C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379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0981-8F6A-4EF0-A95B-7F68D4C4712A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1A859-4BBF-4301-BD0A-EDAA4F29C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07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0981-8F6A-4EF0-A95B-7F68D4C4712A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1A859-4BBF-4301-BD0A-EDAA4F29C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502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0981-8F6A-4EF0-A95B-7F68D4C4712A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1A859-4BBF-4301-BD0A-EDAA4F29C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541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0981-8F6A-4EF0-A95B-7F68D4C4712A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1A859-4BBF-4301-BD0A-EDAA4F29C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349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50981-8F6A-4EF0-A95B-7F68D4C4712A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A859-4BBF-4301-BD0A-EDAA4F29C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98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parkhere.in/" TargetMode="Externa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43001"/>
            <a:ext cx="7772400" cy="2457450"/>
          </a:xfrm>
        </p:spPr>
        <p:txBody>
          <a:bodyPr/>
          <a:lstStyle/>
          <a:p>
            <a:br>
              <a:rPr lang="en-US" dirty="0"/>
            </a:br>
            <a:endParaRPr lang="en-US" sz="2800" baseline="30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33800"/>
            <a:ext cx="6400800" cy="2819400"/>
          </a:xfrm>
        </p:spPr>
        <p:txBody>
          <a:bodyPr>
            <a:normAutofit/>
          </a:bodyPr>
          <a:lstStyle/>
          <a:p>
            <a:r>
              <a:rPr lang="en-US" dirty="0"/>
              <a:t>            </a:t>
            </a:r>
            <a:r>
              <a:rPr lang="en-US" sz="44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Pitch</a:t>
            </a:r>
          </a:p>
          <a:p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hlinkClick r:id="rId2"/>
            </a:endParaRPr>
          </a:p>
          <a:p>
            <a:r>
              <a:rPr lang="en-US" sz="3600" u="sng" dirty="0">
                <a:solidFill>
                  <a:schemeClr val="tx2">
                    <a:lumMod val="40000"/>
                    <a:lumOff val="60000"/>
                  </a:schemeClr>
                </a:solidFill>
                <a:hlinkClick r:id="rId2"/>
              </a:rPr>
              <a:t>www.parkhere.in</a:t>
            </a:r>
            <a:endParaRPr lang="en-US" sz="3600" u="sng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endParaRPr lang="en-US" sz="1400" dirty="0"/>
          </a:p>
          <a:p>
            <a:r>
              <a:rPr lang="en-US" sz="1400" dirty="0"/>
              <a:t>Copyright © 2012 ParkHere.in</a:t>
            </a:r>
            <a:endParaRPr lang="en-US" sz="1400" u="sng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endParaRPr lang="en-US" sz="44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Lightning Bolt 3"/>
          <p:cNvSpPr/>
          <p:nvPr/>
        </p:nvSpPr>
        <p:spPr>
          <a:xfrm>
            <a:off x="2895600" y="3810000"/>
            <a:ext cx="1981200" cy="685800"/>
          </a:xfrm>
          <a:prstGeom prst="lightningBol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704" y="1183677"/>
            <a:ext cx="3037342" cy="194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944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>
            <a:normAutofit fontScale="625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sz="3500" b="1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en-US" sz="35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ParkHere.in</a:t>
            </a:r>
            <a:r>
              <a:rPr lang="en-US" sz="35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is a nifty mobile app that helps you find parking spaces near you.</a:t>
            </a:r>
          </a:p>
          <a:p>
            <a:pPr>
              <a:spcBef>
                <a:spcPts val="600"/>
              </a:spcBef>
            </a:pPr>
            <a:r>
              <a:rPr lang="en-US" sz="35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It shows all parking lots closest to wherever you are, with details like paid or free parking, capacity, parking charges, open hours, even street-side parking (P1/P2).</a:t>
            </a:r>
          </a:p>
          <a:p>
            <a:pPr>
              <a:spcBef>
                <a:spcPts val="600"/>
              </a:spcBef>
            </a:pPr>
            <a:r>
              <a:rPr lang="en-US" sz="35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With </a:t>
            </a:r>
            <a:r>
              <a:rPr lang="en-US" sz="35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ParkHere.in</a:t>
            </a:r>
            <a:r>
              <a:rPr lang="en-US" sz="35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, you can:</a:t>
            </a:r>
            <a:br>
              <a:rPr lang="en-US" sz="3500" dirty="0">
                <a:solidFill>
                  <a:schemeClr val="tx2">
                    <a:lumMod val="40000"/>
                    <a:lumOff val="60000"/>
                  </a:schemeClr>
                </a:solidFill>
              </a:rPr>
            </a:br>
            <a:r>
              <a:rPr lang="en-US" sz="35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• Find a parking space quickly.</a:t>
            </a:r>
            <a:br>
              <a:rPr lang="en-US" sz="3500" dirty="0">
                <a:solidFill>
                  <a:schemeClr val="tx2">
                    <a:lumMod val="40000"/>
                    <a:lumOff val="60000"/>
                  </a:schemeClr>
                </a:solidFill>
              </a:rPr>
            </a:br>
            <a:r>
              <a:rPr lang="en-US" sz="35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• Park your vehicle at safe places.</a:t>
            </a:r>
            <a:br>
              <a:rPr lang="en-US" sz="3500" dirty="0">
                <a:solidFill>
                  <a:schemeClr val="tx2">
                    <a:lumMod val="40000"/>
                    <a:lumOff val="60000"/>
                  </a:schemeClr>
                </a:solidFill>
              </a:rPr>
            </a:br>
            <a:r>
              <a:rPr lang="en-US" sz="35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• Avoid No-Parking zones and illegal parking.</a:t>
            </a:r>
            <a:br>
              <a:rPr lang="en-US" sz="3500" dirty="0">
                <a:solidFill>
                  <a:schemeClr val="tx2">
                    <a:lumMod val="40000"/>
                    <a:lumOff val="60000"/>
                  </a:schemeClr>
                </a:solidFill>
              </a:rPr>
            </a:br>
            <a:r>
              <a:rPr lang="en-US" sz="35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• Never worry about Traffic Police towing away your vehicle.</a:t>
            </a:r>
          </a:p>
          <a:p>
            <a:pPr>
              <a:spcBef>
                <a:spcPts val="600"/>
              </a:spcBef>
            </a:pPr>
            <a:r>
              <a:rPr lang="en-US" sz="35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Right now, </a:t>
            </a:r>
            <a:r>
              <a:rPr lang="en-US" sz="35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ParkHere.in</a:t>
            </a:r>
            <a:r>
              <a:rPr lang="en-US" sz="35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’s Android version is available for </a:t>
            </a:r>
            <a:r>
              <a:rPr lang="en-US" sz="35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Pune</a:t>
            </a:r>
            <a:r>
              <a:rPr lang="en-US" sz="35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city.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395287"/>
            <a:ext cx="2124491" cy="135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40097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096000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40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How does it work?</a:t>
            </a: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533400"/>
            <a:ext cx="2124491" cy="135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710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52400"/>
            <a:ext cx="2438400" cy="30480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657600"/>
            <a:ext cx="2438400" cy="304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286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338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2057400" y="1447800"/>
            <a:ext cx="685800" cy="68580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30000"/>
                    </a14:imgEffect>
                    <a14:imgEffect>
                      <a14:brightnessContrast brigh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152400"/>
            <a:ext cx="2438400" cy="304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05400" y="3048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5400" y="37338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4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3657600"/>
            <a:ext cx="2286000" cy="304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773230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096000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40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Making Money</a:t>
            </a: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533400"/>
            <a:ext cx="2124491" cy="135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713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066800"/>
            <a:ext cx="2743200" cy="4230302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297" y="1066800"/>
            <a:ext cx="3153103" cy="41910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7261008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096000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40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How to find us?</a:t>
            </a: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533400"/>
            <a:ext cx="2124491" cy="135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863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24594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381000"/>
            <a:ext cx="1714500" cy="1095375"/>
          </a:xfrm>
        </p:spPr>
      </p:pic>
      <p:sp>
        <p:nvSpPr>
          <p:cNvPr id="6" name="TextBox 5"/>
          <p:cNvSpPr txBox="1"/>
          <p:nvPr/>
        </p:nvSpPr>
        <p:spPr>
          <a:xfrm>
            <a:off x="1828800" y="2540675"/>
            <a:ext cx="56388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bg1"/>
                </a:solidFill>
              </a:rPr>
              <a:t>www.parkhere.in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bg1"/>
                </a:solidFill>
              </a:rPr>
              <a:t>Android Market: Apps › Travel &amp; Local › ParkHere.in  https://market.android.com/details?id=in.parkhere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bg1"/>
                </a:solidFill>
              </a:rPr>
              <a:t>http://www.facebook.com/ParkHere.in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bg1"/>
                </a:solidFill>
              </a:rPr>
              <a:t>http://twitter.com/#!/parkherein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bg1"/>
                </a:solidFill>
              </a:rPr>
              <a:t>contact@parkhere.in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Copyright © 2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012 ParkHere.in</a:t>
            </a:r>
            <a:endParaRPr lang="en-US" u="sng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Copyright © 2012 ParkHere.in</a:t>
            </a:r>
          </a:p>
        </p:txBody>
      </p:sp>
    </p:spTree>
    <p:extLst>
      <p:ext uri="{BB962C8B-B14F-4D97-AF65-F5344CB8AC3E}">
        <p14:creationId xmlns:p14="http://schemas.microsoft.com/office/powerpoint/2010/main" val="2601468968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211</Words>
  <Application>Microsoft Office PowerPoint</Application>
  <PresentationFormat>On-screen Show (4:3)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Amdocs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ParkHere.inTM</dc:title>
  <dc:creator>Mugdha Vairagade</dc:creator>
  <cp:lastModifiedBy>Mugdha Vairagade</cp:lastModifiedBy>
  <cp:revision>19</cp:revision>
  <dcterms:created xsi:type="dcterms:W3CDTF">2012-02-10T17:11:43Z</dcterms:created>
  <dcterms:modified xsi:type="dcterms:W3CDTF">2025-12-29T12:49:34Z</dcterms:modified>
</cp:coreProperties>
</file>